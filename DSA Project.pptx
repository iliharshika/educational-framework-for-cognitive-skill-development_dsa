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35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46" r:id="rId13"/>
    <p:sldId id="363" r:id="rId14"/>
    <p:sldId id="340" r:id="rId15"/>
    <p:sldId id="369" r:id="rId16"/>
    <p:sldId id="366" r:id="rId17"/>
    <p:sldId id="361" r:id="rId18"/>
    <p:sldId id="362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D6F3F-7DA2-4740-8A8D-102E7CD26046}" v="10" dt="2026-03-11T12:28:11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73" d="100"/>
          <a:sy n="73" d="100"/>
        </p:scale>
        <p:origin x="7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i Harshika" userId="c754922c7f0108c7" providerId="LiveId" clId="{D5ABDD3E-443C-43DA-B445-68A915D6FC08}"/>
    <pc:docChg chg="undo custSel addSld delSld modSld">
      <pc:chgData name="Ili Harshika" userId="c754922c7f0108c7" providerId="LiveId" clId="{D5ABDD3E-443C-43DA-B445-68A915D6FC08}" dt="2026-03-11T12:28:08.072" v="173" actId="20577"/>
      <pc:docMkLst>
        <pc:docMk/>
      </pc:docMkLst>
      <pc:sldChg chg="modSp mod">
        <pc:chgData name="Ili Harshika" userId="c754922c7f0108c7" providerId="LiveId" clId="{D5ABDD3E-443C-43DA-B445-68A915D6FC08}" dt="2026-03-11T12:27:43.681" v="133" actId="1076"/>
        <pc:sldMkLst>
          <pc:docMk/>
          <pc:sldMk cId="4213958207" sldId="332"/>
        </pc:sldMkLst>
        <pc:spChg chg="mod">
          <ac:chgData name="Ili Harshika" userId="c754922c7f0108c7" providerId="LiveId" clId="{D5ABDD3E-443C-43DA-B445-68A915D6FC08}" dt="2026-03-11T12:27:43.681" v="133" actId="1076"/>
          <ac:spMkLst>
            <pc:docMk/>
            <pc:sldMk cId="4213958207" sldId="332"/>
            <ac:spMk id="9" creationId="{0BAA4F36-AB00-F2C4-B47F-6381355DE604}"/>
          </ac:spMkLst>
        </pc:spChg>
      </pc:sldChg>
      <pc:sldChg chg="addSp delSp modSp mod">
        <pc:chgData name="Ili Harshika" userId="c754922c7f0108c7" providerId="LiveId" clId="{D5ABDD3E-443C-43DA-B445-68A915D6FC08}" dt="2026-03-11T12:23:57.762" v="83" actId="1076"/>
        <pc:sldMkLst>
          <pc:docMk/>
          <pc:sldMk cId="3431953712" sldId="340"/>
        </pc:sldMkLst>
        <pc:spChg chg="mod">
          <ac:chgData name="Ili Harshika" userId="c754922c7f0108c7" providerId="LiveId" clId="{D5ABDD3E-443C-43DA-B445-68A915D6FC08}" dt="2026-03-11T12:23:57.762" v="83" actId="1076"/>
          <ac:spMkLst>
            <pc:docMk/>
            <pc:sldMk cId="3431953712" sldId="340"/>
            <ac:spMk id="2" creationId="{37323D68-D41B-9825-3931-B79590C795F8}"/>
          </ac:spMkLst>
        </pc:spChg>
        <pc:spChg chg="del mod">
          <ac:chgData name="Ili Harshika" userId="c754922c7f0108c7" providerId="LiveId" clId="{D5ABDD3E-443C-43DA-B445-68A915D6FC08}" dt="2026-03-11T12:22:53.971" v="72"/>
          <ac:spMkLst>
            <pc:docMk/>
            <pc:sldMk cId="3431953712" sldId="340"/>
            <ac:spMk id="3" creationId="{D408550D-1730-34EA-8ABA-9BB036DE20DE}"/>
          </ac:spMkLst>
        </pc:spChg>
        <pc:picChg chg="add mod ord">
          <ac:chgData name="Ili Harshika" userId="c754922c7f0108c7" providerId="LiveId" clId="{D5ABDD3E-443C-43DA-B445-68A915D6FC08}" dt="2026-03-11T12:23:04.237" v="75" actId="14100"/>
          <ac:picMkLst>
            <pc:docMk/>
            <pc:sldMk cId="3431953712" sldId="340"/>
            <ac:picMk id="8" creationId="{D2BEDDBF-D11F-233F-67FC-0BE8E365D658}"/>
          </ac:picMkLst>
        </pc:picChg>
        <pc:picChg chg="add mod">
          <ac:chgData name="Ili Harshika" userId="c754922c7f0108c7" providerId="LiveId" clId="{D5ABDD3E-443C-43DA-B445-68A915D6FC08}" dt="2026-03-11T12:23:50.082" v="82" actId="14100"/>
          <ac:picMkLst>
            <pc:docMk/>
            <pc:sldMk cId="3431953712" sldId="340"/>
            <ac:picMk id="10" creationId="{EE4B96D8-524E-37FF-7A11-52F1B223E3AF}"/>
          </ac:picMkLst>
        </pc:picChg>
      </pc:sldChg>
      <pc:sldChg chg="addSp delSp modSp mod">
        <pc:chgData name="Ili Harshika" userId="c754922c7f0108c7" providerId="LiveId" clId="{D5ABDD3E-443C-43DA-B445-68A915D6FC08}" dt="2026-03-09T09:35:34.327" v="32" actId="12"/>
        <pc:sldMkLst>
          <pc:docMk/>
          <pc:sldMk cId="344365824" sldId="346"/>
        </pc:sldMkLst>
        <pc:spChg chg="mod">
          <ac:chgData name="Ili Harshika" userId="c754922c7f0108c7" providerId="LiveId" clId="{D5ABDD3E-443C-43DA-B445-68A915D6FC08}" dt="2026-03-09T09:33:59.133" v="19" actId="1076"/>
          <ac:spMkLst>
            <pc:docMk/>
            <pc:sldMk cId="344365824" sldId="346"/>
            <ac:spMk id="8" creationId="{57E0E9F0-7414-F19D-A367-C4D70D67BCB3}"/>
          </ac:spMkLst>
        </pc:spChg>
        <pc:spChg chg="add mod">
          <ac:chgData name="Ili Harshika" userId="c754922c7f0108c7" providerId="LiveId" clId="{D5ABDD3E-443C-43DA-B445-68A915D6FC08}" dt="2026-03-09T09:35:34.327" v="32" actId="12"/>
          <ac:spMkLst>
            <pc:docMk/>
            <pc:sldMk cId="344365824" sldId="346"/>
            <ac:spMk id="21" creationId="{054CE09D-834E-3C19-D6C6-828898AAABE5}"/>
          </ac:spMkLst>
        </pc:spChg>
      </pc:sldChg>
      <pc:sldChg chg="modSp mod">
        <pc:chgData name="Ili Harshika" userId="c754922c7f0108c7" providerId="LiveId" clId="{D5ABDD3E-443C-43DA-B445-68A915D6FC08}" dt="2026-03-11T12:28:08.072" v="173" actId="20577"/>
        <pc:sldMkLst>
          <pc:docMk/>
          <pc:sldMk cId="1016017438" sldId="351"/>
        </pc:sldMkLst>
        <pc:spChg chg="mod">
          <ac:chgData name="Ili Harshika" userId="c754922c7f0108c7" providerId="LiveId" clId="{D5ABDD3E-443C-43DA-B445-68A915D6FC08}" dt="2026-03-11T12:28:08.072" v="173" actId="20577"/>
          <ac:spMkLst>
            <pc:docMk/>
            <pc:sldMk cId="1016017438" sldId="351"/>
            <ac:spMk id="13" creationId="{3F9DE7D0-41AC-90DD-3065-235240261B1B}"/>
          </ac:spMkLst>
        </pc:spChg>
      </pc:sldChg>
      <pc:sldChg chg="delSp modSp new mod">
        <pc:chgData name="Ili Harshika" userId="c754922c7f0108c7" providerId="LiveId" clId="{D5ABDD3E-443C-43DA-B445-68A915D6FC08}" dt="2026-03-09T09:38:01.106" v="60" actId="255"/>
        <pc:sldMkLst>
          <pc:docMk/>
          <pc:sldMk cId="1042041841" sldId="363"/>
        </pc:sldMkLst>
        <pc:spChg chg="mod">
          <ac:chgData name="Ili Harshika" userId="c754922c7f0108c7" providerId="LiveId" clId="{D5ABDD3E-443C-43DA-B445-68A915D6FC08}" dt="2026-03-09T09:38:01.106" v="60" actId="255"/>
          <ac:spMkLst>
            <pc:docMk/>
            <pc:sldMk cId="1042041841" sldId="363"/>
            <ac:spMk id="3" creationId="{F444F684-6DFC-C0A2-A326-041AE4A1FAAC}"/>
          </ac:spMkLst>
        </pc:spChg>
      </pc:sldChg>
      <pc:sldChg chg="new del">
        <pc:chgData name="Ili Harshika" userId="c754922c7f0108c7" providerId="LiveId" clId="{D5ABDD3E-443C-43DA-B445-68A915D6FC08}" dt="2026-03-11T12:24:27.230" v="86" actId="47"/>
        <pc:sldMkLst>
          <pc:docMk/>
          <pc:sldMk cId="1363769269" sldId="364"/>
        </pc:sldMkLst>
      </pc:sldChg>
      <pc:sldChg chg="delSp new del mod">
        <pc:chgData name="Ili Harshika" userId="c754922c7f0108c7" providerId="LiveId" clId="{D5ABDD3E-443C-43DA-B445-68A915D6FC08}" dt="2026-03-11T12:25:14.692" v="97" actId="47"/>
        <pc:sldMkLst>
          <pc:docMk/>
          <pc:sldMk cId="4234224662" sldId="365"/>
        </pc:sldMkLst>
        <pc:spChg chg="del">
          <ac:chgData name="Ili Harshika" userId="c754922c7f0108c7" providerId="LiveId" clId="{D5ABDD3E-443C-43DA-B445-68A915D6FC08}" dt="2026-03-11T12:25:02.191" v="94" actId="478"/>
          <ac:spMkLst>
            <pc:docMk/>
            <pc:sldMk cId="4234224662" sldId="365"/>
            <ac:spMk id="2" creationId="{61A0FD87-9EAB-BDB6-9015-51C55BBDDF64}"/>
          </ac:spMkLst>
        </pc:spChg>
      </pc:sldChg>
      <pc:sldChg chg="addSp delSp modSp add mod">
        <pc:chgData name="Ili Harshika" userId="c754922c7f0108c7" providerId="LiveId" clId="{D5ABDD3E-443C-43DA-B445-68A915D6FC08}" dt="2026-03-11T12:26:42.528" v="120" actId="14100"/>
        <pc:sldMkLst>
          <pc:docMk/>
          <pc:sldMk cId="2329903742" sldId="366"/>
        </pc:sldMkLst>
        <pc:spChg chg="del">
          <ac:chgData name="Ili Harshika" userId="c754922c7f0108c7" providerId="LiveId" clId="{D5ABDD3E-443C-43DA-B445-68A915D6FC08}" dt="2026-03-11T12:25:51.669" v="107" actId="478"/>
          <ac:spMkLst>
            <pc:docMk/>
            <pc:sldMk cId="2329903742" sldId="366"/>
            <ac:spMk id="2" creationId="{AC2ABD51-3E7A-2E79-779C-2F0676C95F08}"/>
          </ac:spMkLst>
        </pc:spChg>
        <pc:spChg chg="del">
          <ac:chgData name="Ili Harshika" userId="c754922c7f0108c7" providerId="LiveId" clId="{D5ABDD3E-443C-43DA-B445-68A915D6FC08}" dt="2026-03-11T12:26:05.508" v="109"/>
          <ac:spMkLst>
            <pc:docMk/>
            <pc:sldMk cId="2329903742" sldId="366"/>
            <ac:spMk id="3" creationId="{5EFCFA1A-AC67-59F4-BD0F-AE0466A2F702}"/>
          </ac:spMkLst>
        </pc:spChg>
        <pc:picChg chg="add mod ord">
          <ac:chgData name="Ili Harshika" userId="c754922c7f0108c7" providerId="LiveId" clId="{D5ABDD3E-443C-43DA-B445-68A915D6FC08}" dt="2026-03-11T12:26:14.440" v="112" actId="1076"/>
          <ac:picMkLst>
            <pc:docMk/>
            <pc:sldMk cId="2329903742" sldId="366"/>
            <ac:picMk id="8" creationId="{FA2993FB-2578-537D-4BA7-253894E025EA}"/>
          </ac:picMkLst>
        </pc:picChg>
        <pc:picChg chg="add mod">
          <ac:chgData name="Ili Harshika" userId="c754922c7f0108c7" providerId="LiveId" clId="{D5ABDD3E-443C-43DA-B445-68A915D6FC08}" dt="2026-03-11T12:26:42.528" v="120" actId="14100"/>
          <ac:picMkLst>
            <pc:docMk/>
            <pc:sldMk cId="2329903742" sldId="366"/>
            <ac:picMk id="10" creationId="{AB6D3EAF-B125-ACF3-2EA6-6CC290CB21A6}"/>
          </ac:picMkLst>
        </pc:picChg>
      </pc:sldChg>
      <pc:sldChg chg="add del">
        <pc:chgData name="Ili Harshika" userId="c754922c7f0108c7" providerId="LiveId" clId="{D5ABDD3E-443C-43DA-B445-68A915D6FC08}" dt="2026-03-11T12:26:49.410" v="121" actId="47"/>
        <pc:sldMkLst>
          <pc:docMk/>
          <pc:sldMk cId="1402432780" sldId="367"/>
        </pc:sldMkLst>
      </pc:sldChg>
      <pc:sldChg chg="addSp delSp modSp add del mod">
        <pc:chgData name="Ili Harshika" userId="c754922c7f0108c7" providerId="LiveId" clId="{D5ABDD3E-443C-43DA-B445-68A915D6FC08}" dt="2026-03-11T12:25:11.986" v="96" actId="47"/>
        <pc:sldMkLst>
          <pc:docMk/>
          <pc:sldMk cId="1776188470" sldId="368"/>
        </pc:sldMkLst>
        <pc:spChg chg="del">
          <ac:chgData name="Ili Harshika" userId="c754922c7f0108c7" providerId="LiveId" clId="{D5ABDD3E-443C-43DA-B445-68A915D6FC08}" dt="2026-03-11T12:24:50.104" v="90" actId="478"/>
          <ac:spMkLst>
            <pc:docMk/>
            <pc:sldMk cId="1776188470" sldId="368"/>
            <ac:spMk id="2" creationId="{9B62BD9B-B188-949E-5B53-AB5B1FC52B94}"/>
          </ac:spMkLst>
        </pc:spChg>
        <pc:spChg chg="del">
          <ac:chgData name="Ili Harshika" userId="c754922c7f0108c7" providerId="LiveId" clId="{D5ABDD3E-443C-43DA-B445-68A915D6FC08}" dt="2026-03-11T12:24:51.886" v="92"/>
          <ac:spMkLst>
            <pc:docMk/>
            <pc:sldMk cId="1776188470" sldId="368"/>
            <ac:spMk id="3" creationId="{6ED2A918-37C7-1BB8-91DC-C42B0F42A05E}"/>
          </ac:spMkLst>
        </pc:spChg>
        <pc:picChg chg="add mod ord">
          <ac:chgData name="Ili Harshika" userId="c754922c7f0108c7" providerId="LiveId" clId="{D5ABDD3E-443C-43DA-B445-68A915D6FC08}" dt="2026-03-11T12:24:54.800" v="93" actId="1076"/>
          <ac:picMkLst>
            <pc:docMk/>
            <pc:sldMk cId="1776188470" sldId="368"/>
            <ac:picMk id="8" creationId="{66C8CE4D-9B21-D92D-4D1D-42919F7ABD33}"/>
          </ac:picMkLst>
        </pc:picChg>
      </pc:sldChg>
      <pc:sldChg chg="addSp modSp add mod">
        <pc:chgData name="Ili Harshika" userId="c754922c7f0108c7" providerId="LiveId" clId="{D5ABDD3E-443C-43DA-B445-68A915D6FC08}" dt="2026-03-11T12:25:44.431" v="106" actId="14100"/>
        <pc:sldMkLst>
          <pc:docMk/>
          <pc:sldMk cId="1292018693" sldId="369"/>
        </pc:sldMkLst>
        <pc:picChg chg="add mod">
          <ac:chgData name="Ili Harshika" userId="c754922c7f0108c7" providerId="LiveId" clId="{D5ABDD3E-443C-43DA-B445-68A915D6FC08}" dt="2026-03-11T12:25:44.431" v="106" actId="14100"/>
          <ac:picMkLst>
            <pc:docMk/>
            <pc:sldMk cId="1292018693" sldId="369"/>
            <ac:picMk id="3" creationId="{40CC3140-D356-1220-8072-3763F36507AF}"/>
          </ac:picMkLst>
        </pc:picChg>
        <pc:picChg chg="mod">
          <ac:chgData name="Ili Harshika" userId="c754922c7f0108c7" providerId="LiveId" clId="{D5ABDD3E-443C-43DA-B445-68A915D6FC08}" dt="2026-03-11T12:25:19.567" v="99" actId="14100"/>
          <ac:picMkLst>
            <pc:docMk/>
            <pc:sldMk cId="1292018693" sldId="369"/>
            <ac:picMk id="8" creationId="{0CB52B6E-BECB-ADEB-1326-46F32C72D21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11-03-2026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474446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70C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Title : Educational Framework for Cognitive Skill Development</a:t>
            </a:r>
            <a:endParaRPr lang="en-US" sz="3200" dirty="0">
              <a:solidFill>
                <a:srgbClr val="FF000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1417" y="1691771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 : I.Harshika</a:t>
            </a:r>
          </a:p>
          <a:p>
            <a:pPr marL="0" indent="0" algn="ctr">
              <a:buNone/>
            </a:pPr>
            <a:r>
              <a:rPr lang="en-US" sz="9600" dirty="0"/>
              <a:t>Student ID: 2520030607</a:t>
            </a:r>
            <a:endParaRPr lang="en-US" sz="2400" dirty="0"/>
          </a:p>
          <a:p>
            <a:pPr marL="0" indent="0" algn="ctr">
              <a:buNone/>
            </a:pPr>
            <a:r>
              <a:rPr lang="en-US" sz="9600" dirty="0"/>
              <a:t>Cluster : 2</a:t>
            </a:r>
          </a:p>
          <a:p>
            <a:pPr marL="0" indent="0" algn="ctr">
              <a:buNone/>
            </a:pPr>
            <a:r>
              <a:rPr lang="en-US" sz="9600" dirty="0"/>
              <a:t>Section: 7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11-03-2026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79" y="5481407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199" y="3508935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P.Swetha Nagasri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1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90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1AD7D-8D24-0A62-C6E8-10099FD90E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903149"/>
            <a:ext cx="117610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BrainBloom is an educational web application designed to enhance cognitive skill development among students from classes 6 to 10.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is based on the idea that every student has a basic level of intelligence, but many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need structured practice to improve their thinking abilities.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begins by collecting user information such as name, email, phone number, and class and then adjusts the difficulty level of activities accordingly.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BrainBloom provides an interactive learning environment through gamified activities that encourage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to practice cognitive skills regularly.</a:t>
            </a:r>
          </a:p>
        </p:txBody>
      </p:sp>
    </p:spTree>
    <p:extLst>
      <p:ext uri="{BB962C8B-B14F-4D97-AF65-F5344CB8AC3E}">
        <p14:creationId xmlns:p14="http://schemas.microsoft.com/office/powerpoint/2010/main" val="3349467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1AC-F011-8442-596B-85C0E920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7E13B-3B0C-BCEB-3532-7C8D954A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86CC-C59B-B439-5949-CA0F9CB2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1F15F-4753-D1DF-252C-42B11E1B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93CB631-5682-C144-FAC9-DBAA2FB1F7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343" y="1087279"/>
            <a:ext cx="1182731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integrates six structured cognitive games, each focusing on a specific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1.LogicLens – logical reasoning and pattern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2.MathSprint – mental arithmetic and numerical 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3.WordRush – vocabulary and language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4.RecallRush – memory and attention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5.DecisionDash – decision-making 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 6.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SpeedSolve – fast problem-solving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performance is evaluated using an IQ-based scoring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performance, learners are categorized into five levels: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Foundation, Improving, Proficient, Advanced, and Excellent.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level-based evaluation helps students track their progress and continuously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their cognitive abilities through consistent practice.</a:t>
            </a:r>
          </a:p>
        </p:txBody>
      </p:sp>
    </p:spTree>
    <p:extLst>
      <p:ext uri="{BB962C8B-B14F-4D97-AF65-F5344CB8AC3E}">
        <p14:creationId xmlns:p14="http://schemas.microsoft.com/office/powerpoint/2010/main" val="14448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433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1327BD-BF6A-3200-CE80-D14E436AA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414" y="1496065"/>
            <a:ext cx="1156794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education systems mainly rely on textbook-based learning and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classroom lectures.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often have limited opportunities to develop cognitive skills such as logical       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reasoning, memory, decision-making, and problem solving.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learning methods focus on theoretical knowledge rather than practical thinking   abilities.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are very few platforms that provide interactive and gamified learning    experiences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students.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generally do not track cognitive development or measure thinking ability through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activities.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result, students may find it difficult to practice, evaluate, and improve their cognitive skills regularly.</a:t>
            </a:r>
          </a:p>
        </p:txBody>
      </p:sp>
    </p:spTree>
    <p:extLst>
      <p:ext uri="{BB962C8B-B14F-4D97-AF65-F5344CB8AC3E}">
        <p14:creationId xmlns:p14="http://schemas.microsoft.com/office/powerpoint/2010/main" val="355123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4B6A01-37C2-B1A6-A18D-A6FEEBE23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9903" y="1766642"/>
            <a:ext cx="1128811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BrainBloom is a web-based application designed to improve cognitive skills of students from classes 6 to 10.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interactive learning through six cognitive games: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LogicLens, MathSprint, WordRush, RecallRush, DecisionDash, and SpeedSolve.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login to the system and access the main dashboard to play different games.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difficulty level of questions is adjusted based on the selected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evaluates student performance using an IQ-based scoring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the score, students are categorized into Foundation, Improving, Proficient, Advanced, and Excellent levels.</a:t>
            </a:r>
          </a:p>
        </p:txBody>
      </p:sp>
    </p:spTree>
    <p:extLst>
      <p:ext uri="{BB962C8B-B14F-4D97-AF65-F5344CB8AC3E}">
        <p14:creationId xmlns:p14="http://schemas.microsoft.com/office/powerpoint/2010/main" val="98851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6E858A0-504E-FBEB-E689-C97AD487B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213" y="136525"/>
            <a:ext cx="7777655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-152604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48" y="1135117"/>
            <a:ext cx="11340662" cy="46729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100" b="1" dirty="0">
                <a:latin typeface="Baskerville Old Face" panose="02020602080505020303" pitchFamily="18" charset="0"/>
              </a:rPr>
              <a:t>Module 1: Login &amp; Authentication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Allows users to enter their name, email, and phone number.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Generates and verifies OTP for secure login.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Ensures that only authenticated users can access the system.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100" b="1" dirty="0">
                <a:latin typeface="Baskerville Old Face" panose="02020602080505020303" pitchFamily="18" charset="0"/>
              </a:rPr>
              <a:t>Module 2: User Profile</a:t>
            </a:r>
            <a:endParaRPr lang="en-US" sz="31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Displays user information such as name, email, and phone number.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Shows IQ level and user streak progress.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Provides personalized access to the BrainBloom dashboard.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4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DEADF-FF00-0006-4E7E-7A3AF4FB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" y="987972"/>
            <a:ext cx="11154103" cy="51889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100" b="1" dirty="0">
                <a:latin typeface="Baskerville Old Face" panose="02020602080505020303" pitchFamily="18" charset="0"/>
                <a:ea typeface="Batang" panose="020B0503020000020004" pitchFamily="18" charset="-127"/>
              </a:rPr>
              <a:t>Module 3:Game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Contains six cognitive games designed to improve thinking skills.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Games included: LogicLens, MathSprint, WordRush, RecallRush, DecisionDash, and SpeedSolve.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Each game focuses on developing different cognitive abilities.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100" b="1" dirty="0">
                <a:latin typeface="Baskerville Old Face" panose="02020602080505020303" pitchFamily="18" charset="0"/>
              </a:rPr>
              <a:t>Module 4: Quiz &amp; Interaction </a:t>
            </a:r>
            <a:endParaRPr lang="en-US" sz="31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Displays questions based on the selected class and category.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Allows users to select answers and interact with the game interface.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Manages the flow of questions and user responses.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1EB0B-E47C-751E-EA67-3C623749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A60BF-B91C-043F-5801-C2FA147C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DCB77-FCDA-BB4E-6D51-34605CE8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524D-A900-F6D0-D7AD-DA9A90340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935421"/>
            <a:ext cx="10996448" cy="52415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latin typeface="Baskerville Old Face" panose="02020602080505020303" pitchFamily="18" charset="0"/>
              </a:rPr>
              <a:t>Module 5: Score Evaluation </a:t>
            </a:r>
            <a:endParaRPr lang="en-US" sz="34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Calculates scores based on user performance in games.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Evaluates cognitive ability using an IQ-based scoring system.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Categorizes users into levels like Foundation, Improving, Proficient, Advanced, and Excellent.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400" b="1" dirty="0">
                <a:latin typeface="Baskerville Old Face" panose="02020602080505020303" pitchFamily="18" charset="0"/>
              </a:rPr>
              <a:t>Module 6: Progress Tracking </a:t>
            </a:r>
            <a:endParaRPr lang="en-US" sz="34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Stores user details, scores, and progress using local storage.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Helps users track their improvement over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Displays overall performance and learning progress.</a:t>
            </a:r>
            <a:br>
              <a:rPr lang="en-US" sz="3000" dirty="0"/>
            </a:br>
            <a:endParaRPr lang="en-US" sz="30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F8A6-7008-1380-68F0-A6C68D0F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EB94F-2228-2F5C-BE33-FC2E7FEA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6329-8356-D820-C91B-01EB32A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40903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682014-EB20-0E2E-4506-D923A3074A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6049" y="1423442"/>
            <a:ext cx="1110012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web-based educational framework that helps students improve their cognitive skills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interactive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engaging cognitive games that enhance logical reasoning, memory, vocabulary, decision-making and problem-solving 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system that adjusts the difficulty level based on the student’s class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(6 to 10) for effective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an IQ-based scoring system that evaluates student performance and cognitive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encourage students to practice regularly through gamified learning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students track their progress and identify areas of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simple, user-friendly interface that makes learning enjoyable and interactive.</a:t>
            </a:r>
          </a:p>
        </p:txBody>
      </p:sp>
    </p:spTree>
    <p:extLst>
      <p:ext uri="{BB962C8B-B14F-4D97-AF65-F5344CB8AC3E}">
        <p14:creationId xmlns:p14="http://schemas.microsoft.com/office/powerpoint/2010/main" val="281326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88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4CE09D-834E-3C19-D6C6-828898AAABE5}"/>
              </a:ext>
            </a:extLst>
          </p:cNvPr>
          <p:cNvSpPr txBox="1"/>
          <p:nvPr/>
        </p:nvSpPr>
        <p:spPr>
          <a:xfrm>
            <a:off x="436179" y="1376855"/>
            <a:ext cx="1157189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CO1 – Algorithm Analysis &amp; Searching/Sorting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Implemented searching mechanisms for retrieving quiz questions based on class and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Applied algorithmic thinking and running time considerations while designing quiz evaluation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Structured the question database to allow efficient retrieval similar to searching techniques.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Sorting concepts were studied and understood for organizing data structures.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CO2 – Lists and Linked List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Used dynamic data structures like ArrayList to store and manage quiz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Demonstrated understanding of List ADT concepts through dynamic question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Implemented operations such as insertion, retrieval, and iteration of elements in question lists.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Applied list-based structures to handle multiple categories of questions for each class level</a:t>
            </a:r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4F684-6DFC-C0A2-A326-041AE4A1F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998483"/>
            <a:ext cx="10880834" cy="517848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5100" b="1" dirty="0"/>
              <a:t>CO3 – Stacks and Queues</a:t>
            </a:r>
          </a:p>
          <a:p>
            <a:r>
              <a:rPr lang="en-US" sz="4400" dirty="0"/>
              <a:t>Implemented sequential processing of quiz questions, similar to queue-based processing.</a:t>
            </a:r>
          </a:p>
          <a:p>
            <a:r>
              <a:rPr lang="en-US" sz="4400" dirty="0"/>
              <a:t>Demonstrated understanding of data flow and element handling through controlled question iteration.</a:t>
            </a:r>
          </a:p>
          <a:p>
            <a:r>
              <a:rPr lang="en-US" sz="4400" dirty="0"/>
              <a:t>Used structured programming logic that reflects concepts of ordered data access and processing.</a:t>
            </a:r>
            <a:br>
              <a:rPr lang="en-US" sz="4400" dirty="0"/>
            </a:br>
            <a:endParaRPr lang="en-US" sz="4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5100" b="1" dirty="0"/>
              <a:t>CO4 – Hashing and Tree-Based Data Structures</a:t>
            </a:r>
          </a:p>
          <a:p>
            <a:r>
              <a:rPr lang="en-US" sz="4400" dirty="0"/>
              <a:t>Implemented HashMap-based hierarchical data storage for organizing quiz questions.</a:t>
            </a:r>
          </a:p>
          <a:p>
            <a:r>
              <a:rPr lang="en-US" sz="4400" dirty="0"/>
              <a:t>Used nested HashMaps to map Class → Category → Question List efficiently.</a:t>
            </a:r>
          </a:p>
          <a:p>
            <a:r>
              <a:rPr lang="en-US" sz="4400" dirty="0"/>
              <a:t>Demonstrated efficient data retrieval similar to hash-based lookup techniques.</a:t>
            </a:r>
          </a:p>
          <a:p>
            <a:r>
              <a:rPr lang="en-US" sz="4400" dirty="0"/>
              <a:t>Applied hashing concepts for fast question retrieval and structured data management.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A5C3F-16C2-F2BF-588E-7A67273C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EB469-7D44-91D6-DA11-B363C751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8DA6C-D830-A496-52F2-E73F2721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41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1499" y="-78362"/>
            <a:ext cx="10515600" cy="1325563"/>
          </a:xfrm>
        </p:spPr>
        <p:txBody>
          <a:bodyPr/>
          <a:lstStyle/>
          <a:p>
            <a:r>
              <a:rPr lang="en-US" dirty="0"/>
              <a:t>Screenshots for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BEDDBF-D11F-233F-67FC-0BE8E365D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714" y="1499805"/>
            <a:ext cx="562757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B96D8-524E-37FF-7A11-52F1B223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9805"/>
            <a:ext cx="59456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AF5D-E8C1-DC47-C58D-2D2303D0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B52B6E-BECB-ADEB-1326-46F32C72D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453" y="1037349"/>
            <a:ext cx="546019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50513-3160-681C-939B-DFA89607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75BDC-1A1A-4685-A79B-1CEF4E25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7DD23-303B-E7FA-7E9B-F3704868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C3140-D356-1220-8072-3763F3650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386" y="1037349"/>
            <a:ext cx="59331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18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DB54-5190-6CDC-ED99-C53F770E1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2993FB-2578-537D-4BA7-253894E02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601" y="1253331"/>
            <a:ext cx="484359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E2D2-FDB8-B431-9130-A70AE821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4D8B9-7A9A-0EE0-6F58-A7354985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98878-0465-0CAD-08BF-1B31472B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6D3EAF-B125-ACF3-2EA6-6CC290CB2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462" y="1253330"/>
            <a:ext cx="6388093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03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33" y="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B18E901-9ADD-028D-93C2-5BAA56BD8B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258" y="959008"/>
            <a:ext cx="1139109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BrainBloom is a web-based educational framework designed to enhance cognitive skills among students from classes 6 to 10 through interactive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includes features such as user login, OTP verification, a main dashboard, and class-based</a:t>
            </a:r>
            <a:r>
              <a:rPr lang="en-US" altLang="en-US" sz="2500" dirty="0">
                <a:latin typeface="Arial" panose="020B0604020202020204" pitchFamily="34" charset="0"/>
              </a:rPr>
              <a:t>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levels to provide a structured learning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IQ-based scoring system evaluates student performance and categorizes learners into different cognitive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effective use of HTML, CSS, and JavaScript in developing an interactive and engaging educational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BrainBloom helps students practice regularly, track their progress, and improve their thinking</a:t>
            </a:r>
            <a:r>
              <a:rPr lang="en-US" altLang="en-US" sz="2500" dirty="0">
                <a:latin typeface="Arial" panose="020B0604020202020204" pitchFamily="34" charset="0"/>
              </a:rPr>
              <a:t>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abilities through gamified learning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498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-158983"/>
            <a:ext cx="10515600" cy="1325563"/>
          </a:xfrm>
        </p:spPr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A26449-7F17-0D84-411F-B534D0D33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12" y="945143"/>
            <a:ext cx="3646449" cy="577633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8B1E9D-E2E0-A9FC-2224-111CA355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593" y="945143"/>
            <a:ext cx="4015832" cy="57763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CBC2AA-BE17-CEE9-7922-FF4B24632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863" y="945141"/>
            <a:ext cx="3857625" cy="577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00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24" y="462455"/>
            <a:ext cx="10515600" cy="3899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72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1246</Words>
  <Application>Microsoft Office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Baskerville Old Face</vt:lpstr>
      <vt:lpstr>Calibri</vt:lpstr>
      <vt:lpstr>Calibri Light</vt:lpstr>
      <vt:lpstr>Wingdings</vt:lpstr>
      <vt:lpstr>Office Theme</vt:lpstr>
      <vt:lpstr>Custom Design</vt:lpstr>
      <vt:lpstr>Title : Educational Framework for Cognitive Skill Development</vt:lpstr>
      <vt:lpstr>Abstract</vt:lpstr>
      <vt:lpstr>PowerPoint Presentation</vt:lpstr>
      <vt:lpstr>Existing System </vt:lpstr>
      <vt:lpstr>Proposed System</vt:lpstr>
      <vt:lpstr>PowerPoint Presentation</vt:lpstr>
      <vt:lpstr>Project Modules</vt:lpstr>
      <vt:lpstr>PowerPoint Presentation</vt:lpstr>
      <vt:lpstr>PowerPoint Presentation</vt:lpstr>
      <vt:lpstr>Objectives</vt:lpstr>
      <vt:lpstr>Co’s Attainments - DSA</vt:lpstr>
      <vt:lpstr>PowerPoint Presentation</vt:lpstr>
      <vt:lpstr>Screenshots for DSA</vt:lpstr>
      <vt:lpstr>PowerPoint Presentation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Ili Harshika</cp:lastModifiedBy>
  <cp:revision>54</cp:revision>
  <dcterms:created xsi:type="dcterms:W3CDTF">2022-05-20T10:20:31Z</dcterms:created>
  <dcterms:modified xsi:type="dcterms:W3CDTF">2026-03-11T12:28:19Z</dcterms:modified>
</cp:coreProperties>
</file>